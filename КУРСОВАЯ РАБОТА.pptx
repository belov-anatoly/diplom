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402" y="-96"/>
      </p:cViewPr>
      <p:guideLst>
        <p:guide orient="horz" pos="2205"/>
        <p:guide pos="11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368A5D9A-5188-41FA-90EA-CDBF363A02D6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9E5A827-4878-4EF4-9ED7-D4276ADF335F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692696"/>
            <a:ext cx="7772400" cy="1584176"/>
          </a:xfrm>
        </p:spPr>
        <p:txBody>
          <a:bodyPr/>
          <a:lstStyle/>
          <a:p>
            <a:r>
              <a:rPr lang="ru-RU" sz="3600" dirty="0"/>
              <a:t>КУРСОВАЯ РАБОТА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4864"/>
            <a:ext cx="6400800" cy="2016224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Arial Black" pitchFamily="34" charset="0"/>
              </a:rPr>
              <a:t>Скрипт для работы с файлами/папками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(переименование, генерация файлов)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7806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40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Постановка задач проекта</a:t>
            </a:r>
            <a:r>
              <a:rPr lang="ru-RU" i="1" dirty="0"/>
              <a:t/>
            </a:r>
            <a:br>
              <a:rPr lang="ru-RU" i="1" dirty="0"/>
            </a:br>
            <a:endParaRPr lang="ru-R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825" y="2182812"/>
            <a:ext cx="4324350" cy="3543300"/>
          </a:xfrm>
        </p:spPr>
      </p:pic>
    </p:spTree>
    <p:extLst>
      <p:ext uri="{BB962C8B-B14F-4D97-AF65-F5344CB8AC3E}">
        <p14:creationId xmlns:p14="http://schemas.microsoft.com/office/powerpoint/2010/main" val="3555866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2776"/>
            <a:ext cx="8229600" cy="1647056"/>
          </a:xfrm>
        </p:spPr>
        <p:txBody>
          <a:bodyPr>
            <a:normAutofit/>
          </a:bodyPr>
          <a:lstStyle/>
          <a:p>
            <a: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Наши инструменты</a:t>
            </a:r>
            <a:b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рассматриваемые модули</a:t>
            </a:r>
            <a:endParaRPr lang="ru-RU" sz="3600" cap="all" dirty="0">
              <a:effectLst>
                <a:outerShdw blurRad="127000" dist="200000" dir="27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150" y="3861049"/>
            <a:ext cx="6851650" cy="1800200"/>
          </a:xfrm>
        </p:spPr>
        <p:txBody>
          <a:bodyPr/>
          <a:lstStyle/>
          <a:p>
            <a:r>
              <a:rPr lang="ru-RU" dirty="0" smtClean="0"/>
              <a:t>Модуль </a:t>
            </a:r>
            <a:r>
              <a:rPr lang="en-US" dirty="0" err="1" smtClean="0"/>
              <a:t>os</a:t>
            </a:r>
            <a:endParaRPr lang="ru-RU" dirty="0" smtClean="0"/>
          </a:p>
          <a:p>
            <a:r>
              <a:rPr lang="ru-RU" dirty="0" smtClean="0"/>
              <a:t>Модуль </a:t>
            </a:r>
            <a:r>
              <a:rPr lang="en-US" dirty="0" err="1" smtClean="0"/>
              <a:t>shutil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2435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Модуль </a:t>
            </a:r>
            <a:r>
              <a:rPr lang="en-US" sz="3600" cap="all" dirty="0" err="1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os</a:t>
            </a:r>
            <a: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Функции к рассмотрению</a:t>
            </a:r>
            <a:endParaRPr lang="ru-RU" sz="3600" cap="all" dirty="0">
              <a:effectLst>
                <a:outerShdw blurRad="127000" dist="200000" dir="27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150" y="2276872"/>
            <a:ext cx="6851650" cy="3701008"/>
          </a:xfrm>
        </p:spPr>
        <p:txBody>
          <a:bodyPr/>
          <a:lstStyle/>
          <a:p>
            <a:r>
              <a:rPr lang="en-US" dirty="0" err="1" smtClean="0"/>
              <a:t>os.path.dirname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os.getcwd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os.chdir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os.mkdir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listdir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os.rmdir</a:t>
            </a:r>
            <a:r>
              <a:rPr lang="en-US" dirty="0" smtClean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031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0226"/>
          </a:xfrm>
        </p:spPr>
        <p:txBody>
          <a:bodyPr>
            <a:normAutofit fontScale="90000"/>
          </a:bodyPr>
          <a:lstStyle/>
          <a:p>
            <a:r>
              <a:rPr lang="ru-RU" sz="40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Модуль </a:t>
            </a:r>
            <a:r>
              <a:rPr lang="en-US" sz="4000" cap="all" dirty="0" err="1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shutil</a:t>
            </a:r>
            <a:r>
              <a:rPr lang="ru-RU" sz="40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ru-RU" sz="40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ru-RU" sz="40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Функции к рассмотрению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150" y="2348879"/>
            <a:ext cx="6851650" cy="2880321"/>
          </a:xfrm>
        </p:spPr>
        <p:txBody>
          <a:bodyPr>
            <a:normAutofit/>
          </a:bodyPr>
          <a:lstStyle/>
          <a:p>
            <a:r>
              <a:rPr lang="en-US" dirty="0" err="1" smtClean="0"/>
              <a:t>shutil</a:t>
            </a:r>
            <a:r>
              <a:rPr lang="en-US" dirty="0" smtClean="0"/>
              <a:t>.</a:t>
            </a:r>
            <a:r>
              <a:rPr lang="ru-RU" dirty="0" smtClean="0"/>
              <a:t>сору()</a:t>
            </a:r>
          </a:p>
          <a:p>
            <a:r>
              <a:rPr lang="en-US" dirty="0" err="1" smtClean="0"/>
              <a:t>shutil.move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shutil.copytree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shutil.rmtree</a:t>
            </a:r>
            <a:r>
              <a:rPr lang="en-US" dirty="0" smtClean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3748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692696"/>
            <a:ext cx="8229600" cy="1719064"/>
          </a:xfrm>
        </p:spPr>
        <p:txBody>
          <a:bodyPr>
            <a:noAutofit/>
          </a:bodyPr>
          <a:lstStyle/>
          <a:p>
            <a: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Генерация каталогов с помощью программных средств языка Python.</a:t>
            </a:r>
            <a:b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endParaRPr lang="ru-RU" sz="3600" cap="all" dirty="0">
              <a:effectLst>
                <a:outerShdw blurRad="127000" dist="200000" dir="27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150" y="2913254"/>
            <a:ext cx="8229600" cy="3944746"/>
          </a:xfrm>
        </p:spPr>
        <p:txBody>
          <a:bodyPr/>
          <a:lstStyle/>
          <a:p>
            <a:pPr marL="0" indent="0" hangingPunct="0">
              <a:buNone/>
            </a:pPr>
            <a:r>
              <a:rPr lang="en-US" dirty="0"/>
              <a:t>import </a:t>
            </a:r>
            <a:r>
              <a:rPr lang="en-US" dirty="0" err="1"/>
              <a:t>os</a:t>
            </a:r>
            <a:endParaRPr lang="ru-RU" dirty="0"/>
          </a:p>
          <a:p>
            <a:pPr marL="0" indent="0" hangingPunct="0">
              <a:buNone/>
            </a:pPr>
            <a:r>
              <a:rPr lang="en-US" dirty="0"/>
              <a:t>path = 'C:\\Temp'</a:t>
            </a:r>
            <a:endParaRPr lang="ru-RU" dirty="0"/>
          </a:p>
          <a:p>
            <a:pPr marL="0" indent="0" hangingPunct="0">
              <a:buNone/>
            </a:pPr>
            <a:r>
              <a:rPr lang="en-US" dirty="0"/>
              <a:t>for i in range (1,11):</a:t>
            </a:r>
            <a:endParaRPr lang="ru-RU" dirty="0"/>
          </a:p>
          <a:p>
            <a:pPr marL="0" indent="0" hangingPunct="0">
              <a:buNone/>
            </a:pPr>
            <a:r>
              <a:rPr lang="en-US" dirty="0"/>
              <a:t>    	</a:t>
            </a:r>
            <a:r>
              <a:rPr lang="en-US" dirty="0" err="1"/>
              <a:t>os.chdir</a:t>
            </a:r>
            <a:r>
              <a:rPr lang="en-US" dirty="0"/>
              <a:t>(path)</a:t>
            </a:r>
            <a:endParaRPr lang="ru-RU" dirty="0"/>
          </a:p>
          <a:p>
            <a:pPr marL="0" indent="0" hangingPunct="0">
              <a:buNone/>
            </a:pPr>
            <a:r>
              <a:rPr lang="en-US" dirty="0"/>
              <a:t>    	</a:t>
            </a:r>
            <a:r>
              <a:rPr lang="en-US" dirty="0" err="1"/>
              <a:t>Newfolder</a:t>
            </a:r>
            <a:r>
              <a:rPr lang="en-US" dirty="0"/>
              <a:t> =  'ID' +  </a:t>
            </a:r>
            <a:r>
              <a:rPr lang="en-US" dirty="0" err="1"/>
              <a:t>str</a:t>
            </a:r>
            <a:r>
              <a:rPr lang="en-US" dirty="0"/>
              <a:t>(i)</a:t>
            </a:r>
            <a:endParaRPr lang="ru-RU" dirty="0"/>
          </a:p>
          <a:p>
            <a:pPr marL="0" indent="0" hangingPunct="0">
              <a:buNone/>
            </a:pPr>
            <a:r>
              <a:rPr lang="en-US" dirty="0"/>
              <a:t>    	</a:t>
            </a:r>
            <a:r>
              <a:rPr lang="en-US" dirty="0" err="1"/>
              <a:t>os</a:t>
            </a:r>
            <a:r>
              <a:rPr lang="ru-RU" dirty="0"/>
              <a:t>.</a:t>
            </a:r>
            <a:r>
              <a:rPr lang="en-US" dirty="0" err="1"/>
              <a:t>makedirs</a:t>
            </a:r>
            <a:r>
              <a:rPr lang="ru-RU" dirty="0"/>
              <a:t>(</a:t>
            </a:r>
            <a:r>
              <a:rPr lang="en-US" dirty="0" err="1"/>
              <a:t>Newfolder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549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80928"/>
            <a:ext cx="8229600" cy="1143000"/>
          </a:xfrm>
        </p:spPr>
        <p:txBody>
          <a:bodyPr>
            <a:normAutofit/>
          </a:bodyPr>
          <a:lstStyle/>
          <a:p>
            <a:r>
              <a:rPr lang="ru-RU" sz="3600" cap="all" dirty="0"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rPr>
              <a:t>Благодарю за внимание!</a:t>
            </a:r>
            <a:endParaRPr lang="ru-RU" sz="3600" cap="all" dirty="0">
              <a:effectLst>
                <a:outerShdw blurRad="127000" dist="200000" dir="27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33256"/>
            <a:ext cx="8229600" cy="3929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214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51</TotalTime>
  <Words>76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Apex</vt:lpstr>
      <vt:lpstr>КУРСОВАЯ РАБОТА </vt:lpstr>
      <vt:lpstr>Постановка задач проекта </vt:lpstr>
      <vt:lpstr>Наши инструменты рассматриваемые модули</vt:lpstr>
      <vt:lpstr>Модуль os Функции к рассмотрению</vt:lpstr>
      <vt:lpstr>Модуль shutil Функции к рассмотрению </vt:lpstr>
      <vt:lpstr>Генерация каталогов с помощью программных средств языка Python. </vt:lpstr>
      <vt:lpstr>Благодарю за внимание!</vt:lpstr>
    </vt:vector>
  </TitlesOfParts>
  <Company>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</dc:title>
  <dc:creator>MX</dc:creator>
  <cp:lastModifiedBy>MX</cp:lastModifiedBy>
  <cp:revision>8</cp:revision>
  <dcterms:created xsi:type="dcterms:W3CDTF">2021-11-01T13:55:21Z</dcterms:created>
  <dcterms:modified xsi:type="dcterms:W3CDTF">2021-11-01T14:46:51Z</dcterms:modified>
</cp:coreProperties>
</file>